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498848"/>
          </a:xfrm>
          <a:prstGeom prst="rect">
            <a:avLst/>
          </a:prstGeom>
          <a:solidFill>
            <a:srgbClr val="176045"/>
          </a:solidFill>
          <a:ln w="12700">
            <a:solidFill>
              <a:srgbClr val="1760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498848"/>
          </a:xfrm>
          <a:prstGeom prst="rect">
            <a:avLst/>
          </a:prstGeom>
          <a:solidFill>
            <a:srgbClr val="71917F">
              <a:alpha val="8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{{HERO_IMAGE}}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144768" cy="4498848"/>
          </a:xfrm>
          <a:prstGeom prst="rect">
            <a:avLst/>
          </a:prstGeom>
          <a:solidFill>
            <a:srgbClr val="0B4A35">
              <a:alpha val="85000"/>
            </a:srgbClr>
          </a:solidFill>
          <a:ln w="12700">
            <a:solidFill>
              <a:srgbClr val="0B4A35">
                <a:alpha val="0"/>
              </a:srgbClr>
            </a:solidFill>
            <a:prstDash val="solid"/>
          </a:ln>
        </p:spPr>
      </p:sp>
      <p:pic>
        <p:nvPicPr>
          <p:cNvPr id="5" name="Image 0" descr="C:/Users/FAMIGLIA CALCATERRA/Documents/Codex/2026-07-29/generatore-pdf-automatizzato-chatgpt-conversation-69f32b39/work/tn2g-outdoor-generator/assets/logo_outdo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841248" cy="8412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5029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4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TN2G OUTDOOR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81328" y="84124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E2AF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TRENTogether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30352" y="1444752"/>
            <a:ext cx="52303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{{TITLE}}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1051560" cy="0"/>
          </a:xfrm>
          <a:prstGeom prst="line">
            <a:avLst/>
          </a:prstGeom>
          <a:noFill/>
          <a:ln w="50800">
            <a:solidFill>
              <a:srgbClr val="E2AF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5021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{{SUBTITLE}}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96849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2AF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{{DATE}}  ·  ORE {{MEETING_TIME}}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4498848"/>
            <a:ext cx="9144000" cy="987552"/>
          </a:xfrm>
          <a:prstGeom prst="rect">
            <a:avLst/>
          </a:prstGeom>
          <a:solidFill>
            <a:srgbClr val="0B4A35"/>
          </a:solidFill>
          <a:ln w="12700">
            <a:solidFill>
              <a:srgbClr val="0B4A35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" y="468172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30" kern="0" dirty="0">
                <a:solidFill>
                  <a:srgbClr val="D6E6D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DISTANZA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" y="4928616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{{DISTANCE}}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2286000" y="4709160"/>
            <a:ext cx="0" cy="566928"/>
          </a:xfrm>
          <a:prstGeom prst="line">
            <a:avLst/>
          </a:prstGeom>
          <a:noFill/>
          <a:ln w="13970">
            <a:solidFill>
              <a:srgbClr val="84A492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95728" y="468172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30" kern="0" dirty="0">
                <a:solidFill>
                  <a:srgbClr val="D6E6D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395728" y="4928616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{{DURATION}}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572000" y="4709160"/>
            <a:ext cx="0" cy="566928"/>
          </a:xfrm>
          <a:prstGeom prst="line">
            <a:avLst/>
          </a:prstGeom>
          <a:noFill/>
          <a:ln w="13970">
            <a:solidFill>
              <a:srgbClr val="84A492">
                <a:alpha val="8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81728" y="468172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30" kern="0" dirty="0">
                <a:solidFill>
                  <a:srgbClr val="D6E6D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DISLIVELLO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681728" y="4928616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{{ELEVATION}}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858000" y="4709160"/>
            <a:ext cx="0" cy="566928"/>
          </a:xfrm>
          <a:prstGeom prst="line">
            <a:avLst/>
          </a:prstGeom>
          <a:noFill/>
          <a:ln w="13970">
            <a:solidFill>
              <a:srgbClr val="84A492">
                <a:alpha val="8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67728" y="468172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30" kern="0" dirty="0">
                <a:solidFill>
                  <a:srgbClr val="D6E6D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DIFFICOLTÀ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967728" y="4928616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2AF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{{DIFFICULTY}}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438912" y="57607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B4A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MAPPA DEL PERCORSO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84048" y="6053328"/>
            <a:ext cx="4892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3970">
            <a:solidFill>
              <a:srgbClr val="D8D0C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6126480"/>
            <a:ext cx="4745736" cy="2139696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36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{{MAP_IMAGE}}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532120" y="57607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B4A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RITROVO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32120" y="6053328"/>
            <a:ext cx="3127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27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{{MEETING_POINT}}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532120" y="6830568"/>
            <a:ext cx="3063240" cy="0"/>
          </a:xfrm>
          <a:prstGeom prst="line">
            <a:avLst/>
          </a:prstGeom>
          <a:noFill/>
          <a:ln w="13970">
            <a:solidFill>
              <a:srgbClr val="D8D0C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69768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6736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PERCORSO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532120" y="718718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A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{{ROUTE_TYPE}}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223760" y="69768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6736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PRANZO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223760" y="718718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A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{{LUNCH}}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532120" y="7635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6736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PROFILO ALTIMETRICO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504688" y="7854696"/>
            <a:ext cx="31272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736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{{PROFILE_IMAGE}}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8732520"/>
            <a:ext cx="9144000" cy="411480"/>
          </a:xfrm>
          <a:prstGeom prst="rect">
            <a:avLst/>
          </a:prstGeom>
          <a:solidFill>
            <a:srgbClr val="E2AF2E"/>
          </a:solidFill>
          <a:ln w="12700">
            <a:solidFill>
              <a:srgbClr val="E2AF2E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93192" y="8385048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4A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{{BRING_LINE}}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053328" y="8385048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427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{{WEATHER}}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411480" y="883310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4A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{{CTA}}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796528" y="5742432"/>
            <a:ext cx="0" cy="2788920"/>
          </a:xfrm>
          <a:prstGeom prst="line">
            <a:avLst/>
          </a:prstGeom>
          <a:noFill/>
          <a:ln w="50800">
            <a:solidFill>
              <a:srgbClr val="E2AF2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TN2G Trentogether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TN2G Outdoor — Template grafica quadrata</dc:title>
  <dc:subject>Template quadrato automatizzato TN2G Outdoor</dc:subject>
  <dc:creator>TN2G Trentogether</dc:creator>
  <cp:lastModifiedBy>TN2G Trentogether</cp:lastModifiedBy>
  <cp:revision>1</cp:revision>
  <dcterms:created xsi:type="dcterms:W3CDTF">2026-07-29T16:11:26Z</dcterms:created>
  <dcterms:modified xsi:type="dcterms:W3CDTF">2026-07-29T16:11:26Z</dcterms:modified>
</cp:coreProperties>
</file>